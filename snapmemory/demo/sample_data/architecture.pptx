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SnapMemory runs entirely on-device: ingestion, embeddings, retrieval, and answer generation all execute locally with no cloud dependency.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decided to use Firebase authentication for the initial launch because the project required rapid deployment. This will be revisited after the 90-day production review owned by Sarah.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indexing pipeline owned by James, due November 28. Frontend dashboard owned by Priya. Launch target: December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